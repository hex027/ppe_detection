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548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766560" y="2011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📷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766560" y="3474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47472" y="502920"/>
            <a:ext cx="2011680" cy="347472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· JETSON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47472" y="181051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7472" y="28346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Personal Protective Equipment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 NVIDIA Jetson Orin Nano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 </a:t>
            </a:r>
            <a:pPr algn="ctr"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TensorRT FP16  </a:t>
            </a:r>
            <a:pPr algn="ctr"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mAP@0.50: 0.9149  </a:t>
            </a:r>
            <a:pPr algn="ctr"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45 FPS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49808"/>
            <a:ext cx="8503920" cy="118872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PPE compliance monitoring — removing reliance on manual supervision, reducing workplace accidents, and enabling rapid response to safety violations.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26517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03120"/>
            <a:ext cx="2651760" cy="64008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40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" y="321868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helmet, vest and gloves on every camera frame in real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103120"/>
            <a:ext cx="26517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10312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240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5468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64408" y="321868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instant on-screen, audible and network alerts on violations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2103120"/>
            <a:ext cx="265176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2103120"/>
            <a:ext cx="265176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240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8932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99048" y="321868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timestamp, zone, snapshot and missing PPE for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0233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4023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43584"/>
            <a:ext cx="40233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435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2435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(medium variant)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55064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6550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Weights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6550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pretrained — transfer learning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40233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665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0665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 pixels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78024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780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478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Helmet · Vest · Gloves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89504"/>
            <a:ext cx="40233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8895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28895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epochs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300984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009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format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3009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FP16 engine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12464"/>
            <a:ext cx="40233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7124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weights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37124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ppe_v2_best.pt — 130 MB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23944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1239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4123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ppe_v2_model.onnx — 99 MB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35424"/>
            <a:ext cx="40233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5354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engine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0" y="45354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ppe_v2_fp16.engine — 52 MB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749808"/>
            <a:ext cx="416052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749808"/>
            <a:ext cx="4160520" cy="54864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7955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AUGMENTATIONS APPLIED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1243584"/>
            <a:ext cx="416052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124358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74336" y="12435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124358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1655064"/>
            <a:ext cx="4160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165506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74336" y="16550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Composition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89520" y="165506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1.00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066544"/>
            <a:ext cx="416052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206654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74336" y="206654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Hue Shift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9520" y="20665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2478024"/>
            <a:ext cx="4160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247802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74336" y="24780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Saturation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89520" y="24780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2889504"/>
            <a:ext cx="416052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288950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74336" y="28895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Value (Brightness)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589520" y="28895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3300984"/>
            <a:ext cx="4160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330098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974336" y="33009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Jitter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589520" y="330098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50%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3712464"/>
            <a:ext cx="416052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371246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974336" y="37124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Cutout / CoarseDropout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589520" y="371246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663440" y="4123944"/>
            <a:ext cx="4160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412394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974336" y="412394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589520" y="41239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63440" y="4535424"/>
            <a:ext cx="416052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36592" y="4535424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974336" y="45354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Warp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589520" y="45354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6517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955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9,925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749808"/>
            <a:ext cx="265176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7955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154680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749808"/>
            <a:ext cx="2651760" cy="118872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7955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989320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749808"/>
            <a:ext cx="7315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32520" y="79552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11K+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32520" y="1417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103120"/>
            <a:ext cx="850392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03120"/>
            <a:ext cx="8503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03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1031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PPE Dataset — version 22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classes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24871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(including Without-Helmet, Without-Vest etc.)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71216"/>
            <a:ext cx="8503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712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filtering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287121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classes: Helmet · Vest · Gloves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255264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format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08960" y="32552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bounding box (cx, cy, w, h normalised)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639312"/>
            <a:ext cx="8503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39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platform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08960" y="363931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— 15 GB VRAM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23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08960" y="40233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hours — 40 epochs — batch 32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407408"/>
            <a:ext cx="8503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07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08960" y="440740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 pixels (letterbox resized)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965960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955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8013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@ 0.50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0.80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749808"/>
            <a:ext cx="1965960" cy="1874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7955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1051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68880" y="18013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139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0.85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749808"/>
            <a:ext cx="1965960" cy="187452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7955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1051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17720" y="18013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2139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0.80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749808"/>
            <a:ext cx="196596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7955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1051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0.8950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766560" y="18013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139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0.82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2743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AP @ 0.50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31546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17320" y="3191256"/>
            <a:ext cx="4572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191256"/>
            <a:ext cx="4427068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3154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36850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17320" y="3721608"/>
            <a:ext cx="4572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3721608"/>
            <a:ext cx="430133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6850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215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17320" y="4251960"/>
            <a:ext cx="4572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17320" y="4251960"/>
            <a:ext cx="38208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42153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2743200"/>
            <a:ext cx="40690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27889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ON JETSON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218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32186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~22 ms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452360" y="32186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ms 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9204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3749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~45 FPS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452360" y="3749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FPS 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4279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mode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92240" y="427939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452360" y="42793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MB engine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— PROOF OF STABILITY &amp; ROBUSTNESS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metrics evaluated on an independent validation split of 783 images never seen during training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90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29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 = 0.9149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 of detections overlap ground-truth boxes by ≥50%. Industry standard for safety-critical vision systems.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4173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417320"/>
            <a:ext cx="26517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490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46120" y="1929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0.9354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2585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 of predicted PPE detections are correct — very low false positive rate.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14173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417320"/>
            <a:ext cx="2651760" cy="54864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490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760" y="1929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0.8579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2585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 of actual PPE items are detected — the system rarely misses real equipment.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46120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19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0.8950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0873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— confirms the model is balanced, not biased.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32461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324612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319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46120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FPS on 15W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40873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 45 FPS on a 15-watt edge device — suitable for continuous 24/7 deployment.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9320" y="32461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324612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319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080760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Augmentation types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40873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Geometric, colour and occlusion augmentations ensure robustness to lighting, angle and partial visibility.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457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0" y="2011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🏭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0" y="3566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✅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47472" y="457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1261872" cy="1188720"/>
          </a:xfrm>
          <a:prstGeom prst="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1732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" y="202996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1371600"/>
            <a:ext cx="1261872" cy="1188720"/>
          </a:xfrm>
          <a:prstGeom prst="rect">
            <a:avLst/>
          </a:prstGeom>
          <a:solidFill>
            <a:srgbClr val="E8354A">
              <a:alpha val="15000"/>
            </a:srgbClr>
          </a:solidFill>
          <a:ln w="19050">
            <a:solidFill>
              <a:srgbClr val="E835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41732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202996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Jetson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27248" y="1371600"/>
            <a:ext cx="1261872" cy="1188720"/>
          </a:xfrm>
          <a:prstGeom prst="rect">
            <a:avLst/>
          </a:prstGeom>
          <a:solidFill>
            <a:srgbClr val="1B4F72">
              <a:alpha val="15000"/>
            </a:srgbClr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41732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27248" y="202996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Classes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17136" y="1371600"/>
            <a:ext cx="1261872" cy="1188720"/>
          </a:xfrm>
          <a:prstGeom prst="rect">
            <a:avLst/>
          </a:prstGeom>
          <a:solidFill>
            <a:srgbClr val="16A34A">
              <a:alpha val="15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141732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11K+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17136" y="202996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detection at 45 FPS on a 15-watt edge device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1821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4 evaluation metrics significantly exceeded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36210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browser dashboard with WebSocket alerts and MJPEG stream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40599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Structured audit logging with timestamped snapshots per zone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44988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cloud dependency — fully self-contained on the Jetson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6517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5953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59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8869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field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344168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actual industrial environment and tune confidence threshold based on real false-positive rate.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749808"/>
            <a:ext cx="26517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49808"/>
            <a:ext cx="26517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859536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59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21608" y="8869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PPE classes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344168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safety shoes, ear protectors, and face shields to cover full PPE compliance requirements.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749808"/>
            <a:ext cx="26517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749808"/>
            <a:ext cx="2651760" cy="54864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859536"/>
            <a:ext cx="384048" cy="384048"/>
          </a:xfrm>
          <a:prstGeom prst="ellipse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859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56248" y="8869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support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9048" y="1344168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multiple camera zones using RTSP streams and a centralised violation dashboard.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852928"/>
            <a:ext cx="26517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52928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962656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29900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production deploy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" y="3447288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into a Docker container with systemd auto-restart for zero-downtime industrial operation.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2852928"/>
            <a:ext cx="26517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852928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2962656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21608" y="29900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64408" y="3447288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low-light augmented data and add infrared illuminators for 24-hour coverage.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2852928"/>
            <a:ext cx="26517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9320" y="2852928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296265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56248" y="29900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99048" y="3447288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periodic retraining on newly collected violation snapshots to improve accuracy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7315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8354A"/>
          </a:solidFill>
          <a:ln w="12700">
            <a:solidFill>
              <a:srgbClr val="E835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Detection System</dc:title>
  <dc:subject>PptxGenJS Presentation</dc:subject>
  <dc:creator>PptxGenJS</dc:creator>
  <cp:lastModifiedBy>PptxGenJS</cp:lastModifiedBy>
  <cp:revision>1</cp:revision>
  <dcterms:created xsi:type="dcterms:W3CDTF">2026-05-21T11:42:48Z</dcterms:created>
  <dcterms:modified xsi:type="dcterms:W3CDTF">2026-05-21T11:42:49Z</dcterms:modified>
</cp:coreProperties>
</file>